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92000" cy="17373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B0"/>
                </a:solidFill>
              </a:rPr>
              <a:t>КОММЕРЧЕСКОЕ ПРЕДЛОЖЕНИЕ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для ПАО «Магнитогорский металлургический комбинат»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A3B0"/>
                </a:solidFill>
              </a:rPr>
              <a:t>Чёрная металлургия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0058400" cy="36576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12 мая 2026 г.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Понимание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Запрос клиента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0352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Система предиктивной диагностики оборудования — прогнозирование отказов на прокатных станах до их возникновения. Источники данных: датчики вибрации, температуры, давления (около 50 000 точек).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2862072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694176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Бюджет: 8–12 млн руб.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16936" y="3657600"/>
            <a:ext cx="2267712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369417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Срок: 12 месяцев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8092440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4151376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Пилот на 2–3 прокатных станах с наиболее богатой историей отказов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143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Контекст и боль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Прокатные станы — сложное высоконагруженное оборудование с тысячами движущихся узлов. Отказ одного критического элемента останавливает всю линию. Традиционный подход (плановое ТО по регламенту) не учитывает реальное состояние механизмов и приводит либо к преждевременным заменам, либо к неожиданным поломкам. Объём данных с 50 000 датчиков исключает ручной анализ — нужна автоматическая система обнаружения аномалий и прогнозирования остаточного ресурса.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971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Что будет, если не решить: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3375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Незапланированные остановки прокатных станов ведут к прямым потерям производства и срыву отгрузки премиальной продукции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995928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99592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Реактивное обслуживание оборудования — высокие затраты на аварийный ремонт и сверхурочные работы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654296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65429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Без системы мониторинга 50 000 точек данных остаются необработанными — критические отклонения обнаруживаются слишком поздно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Предлагаемое решение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433"/>
                </a:solidFill>
              </a:rPr>
              <a:t>Поэтапное внедрение за 12 месяцев: 1) Подключение к historian/OPC-UA через Kafka-коннектор Loginom, настройка ETL-пайплайна для 50 000 точек (мес. 1–3). 2) Разведочный анализ и feature engineering на исторических данных отказов (мес. 2–4). 3) Построение ансамблевых моделей прогнозирования: gradient boosting + нейросети на временных рядах (мес. 4–8). 4) Дашборд реального времени с алертами для инженеров-технологов и служб ТОиР (мес. 7–10). 5) Интеграция с MES/ERP ММК через REST API Loginom Integrator, опытно-промышленная эксплуатация (мес. 10–12).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Почему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Loginom имеет готовые модули «Оценка вероятности поломок» и «Цифровые двойники» — прямое попадание в задачу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7744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Встроенная интеграция с Apache Kafka для приёма потоков данных с 50 000 датчиков в реальном времени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56616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6616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Реализованные проекты для промышленных компаний: ТМК, Русская медная компания, Интер РАО, ERG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18872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18872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12801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Low-code платформа: быстрый прототип и итерация моделей укладываются в 12 месяцев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23774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37744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24688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Внесена в реестр российского ПО — полное соответствие требованиям импортозамещения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Наш опыт в вашей отрасли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Трубная Металлургическая Компания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Разработка аналитической системы для мониторинга производственных показателей и оборудования на металлургическом производстве на платформе Loginom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Сокращение времени на формирование аналитических отчётов и повышение прозрачности производственных процессов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Евразийская Группа (ERG)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Построение системы анализа данных для горнодобывающего и перерабатывающего производства с полным производственным циклом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Автоматизация обработки данных с промышленного оборудования, поддержка принятия решений в режиме реального времени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Интер РАО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Аналитическая система для крупного энергетического холдинга с множеством источников производственных данных и необходимостью потоковой обработки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Единая аналитическая среда для мониторинга показателей работы оборудования и снижения операционных рисков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О компании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433"/>
                </a:solidFill>
              </a:rPr>
              <a:t>Loginom Company (ООО «Аналитические технологии», г. Рязань) — профессиональный разработчик продуктов и решений в области анализа данных с 30-летней историей. Специализируется на разработке систем глубокого анализа данных: сбор, интеграция, очистка, построение моделей и визуализация. Платформа Loginom — low-code инструмент для аналитики любого уровня сложности, признана лидером среди российских ETL/ELT-платформ (исследование «Круги Громова»). Внесена в реестр российских программ. Среди клиентов — ТМК, Интер РАО, Русская медная компания, X5 Retail Group, Сбербанк КИБ, Газпромбанк и десятки других крупных компаний.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Следующие шаги и контакты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Ответный звонок для уточнения деталей задачи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Подготовка технического предложения (2 недели)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Согласование условий и подписание договора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Старт проекта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1188720"/>
            <a:ext cx="3383280" cy="3931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417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21031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sales@loginom.ru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+7 (383) 206-09-40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0" y="3749040"/>
            <a:ext cx="2834640" cy="27432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Подготовлено для: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Сергей Ковалёв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s.kovalev@mmk.ru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2026-05-12T11:10:08Z</dcterms:created>
  <dcterms:modified xsi:type="dcterms:W3CDTF">2026-05-12T11:10:08Z</dcterms:modified>
</cp:coreProperties>
</file>