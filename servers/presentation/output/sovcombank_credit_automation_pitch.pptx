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CCEE"/>
                </a:solidFill>
              </a:rPr>
              <a:t>Коммерческое предложение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для ПАО «Совкомбанк»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0515600" cy="27432"/>
          </a:xfrm>
          <a:prstGeom prst="rect">
            <a:avLst/>
          </a:prstGeom>
          <a:solidFill>
            <a:srgbClr val="AACC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Выручка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3200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~3,5 трлн руб.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Активы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3200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AA(ru) АКРА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Рейтинг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52560" y="3200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~30 000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05256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Сотрудники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Loginom Company · loginom.ru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О компании Loginom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20040" cy="320040"/>
          </a:xfrm>
          <a:prstGeom prst="ellipse">
            <a:avLst/>
          </a:prstGeom>
          <a:solidFill>
            <a:srgbClr val="1A56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A0"/>
                </a:solidFill>
              </a:rPr>
              <a:t>1995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13716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Основание компании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320040" cy="320040"/>
          </a:xfrm>
          <a:prstGeom prst="ellipse">
            <a:avLst/>
          </a:prstGeom>
          <a:solidFill>
            <a:srgbClr val="1A56A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A0"/>
                </a:solidFill>
              </a:rPr>
              <a:t>2005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Первые промышленные внедрения аналитических систем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320040" cy="320040"/>
          </a:xfrm>
          <a:prstGeom prst="ellipse">
            <a:avLst/>
          </a:prstGeom>
          <a:solidFill>
            <a:srgbClr val="1A56A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34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A0"/>
                </a:solidFill>
              </a:rPr>
              <a:t>2012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28346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Запуск платформы Loginom (преемник SAS-совместимой среды)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320040" cy="320040"/>
          </a:xfrm>
          <a:prstGeom prst="ellipse">
            <a:avLst/>
          </a:prstGeom>
          <a:solidFill>
            <a:srgbClr val="1A56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661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A0"/>
                </a:solidFill>
              </a:rPr>
              <a:t>2018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35661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Включение в реестр отечественного ПО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320040" cy="320040"/>
          </a:xfrm>
          <a:prstGeom prst="ellipse">
            <a:avLst/>
          </a:prstGeom>
          <a:solidFill>
            <a:srgbClr val="1A56A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976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A0"/>
                </a:solidFill>
              </a:rPr>
              <a:t>2022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42976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Импортозамещение: более 200 проектов миграции с зарубежных платформ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5074920"/>
            <a:ext cx="320040" cy="320040"/>
          </a:xfrm>
          <a:prstGeom prst="ellipse">
            <a:avLst/>
          </a:prstGeom>
          <a:solidFill>
            <a:srgbClr val="1A56A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029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A0"/>
                </a:solidFill>
              </a:rPr>
              <a:t>2024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50292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500+ клиентов, 30 лет экспертизы в data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Платформа Loginom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7132320" cy="594360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1.  ETL и интеграция данных из любых источников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29968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756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2.  Визуальный drag-and-drop конструктор аналитических процессов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779776"/>
            <a:ext cx="7132320" cy="594360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2549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3.  Встроенные ML-модели: деревья решений, нейросети, кластеризация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529584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7530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4.  Промышленное развёртывание: сервисы, REST API, веб-приложения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279392"/>
            <a:ext cx="7132320" cy="594360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32511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5.  Работа с большими данными: Spark, Hadoop, Kafka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A0"/>
                </a:solidFill>
              </a:rPr>
              <a:t>Готовые коннекторы к БКИ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63840" y="1920240"/>
            <a:ext cx="4114800" cy="53035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19202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НБКИ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63840" y="2606040"/>
            <a:ext cx="4114800" cy="53035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6060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Эквифакс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0" y="3291840"/>
            <a:ext cx="4114800" cy="53035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32918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ОКБ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63840" y="3977640"/>
            <a:ext cx="4114800" cy="53035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39776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Русский Стандарт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Кейсы: финансовый сектор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1430000" cy="1280160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6A0"/>
                </a:solidFill>
              </a:rPr>
              <a:t>CarMoney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Задача: Скоринговая модель для онлайн-выдачи займов под залог авто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A0"/>
                </a:solidFill>
              </a:rPr>
              <a:t>Результат: Сокращение времени принятия решения с 2 часов до 4 минут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1430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6A0"/>
                </a:solidFill>
              </a:rPr>
              <a:t>ОТП Банк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Задача: Аналитика клиентской базы и предиктивные модели оттока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A0"/>
                </a:solidFill>
              </a:rPr>
              <a:t>Результат: Снижение оттока на 18%, рост кросс-продаж на 12%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11430000" cy="1280160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89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6A0"/>
                </a:solidFill>
              </a:rPr>
              <a:t>Кредитный конвейер (топ-5 банк)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Задача: Полная автоматизация конвейера обработки заявок МСБ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A0"/>
                </a:solidFill>
              </a:rPr>
              <a:t>Результат: Обработка 15 000 заявок/сутки, STP-rate 74%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Кейсы: другие отрасли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5486400" cy="2011680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A0"/>
                </a:solidFill>
              </a:rPr>
              <a:t>ИНВИТРО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Медицина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Прогнозирование загрузки лабораторий и оптимизация логистики образцов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5486400" cy="2011680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94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A0"/>
                </a:solidFill>
              </a:rPr>
              <a:t>Ситилинк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Ретейл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Динамическое ценообразование и управление товарными остатками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5486400" cy="2011680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508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A0"/>
                </a:solidFill>
              </a:rPr>
              <a:t>Thomson Reuters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Медиа/Аналитика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Обработка неструктурированных новостных данных, NLP-классификация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657600"/>
            <a:ext cx="5486400" cy="2011680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794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A0"/>
                </a:solidFill>
              </a:rPr>
              <a:t>Estée Lauder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4206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FMCG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45720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Прогнозирование спроса по 40 000 SKU в 12 странах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Почему Loginom для задачи ПАО «Совкомбанк»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6217920" cy="621792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1.  Готовое отраслевое решение «Кредитный конвейер» на платформе Loginom — минимальные сроки внедрения без разработки с нуля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84248"/>
            <a:ext cx="6217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29968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2.  Встроенные модули скоринга и управления рисками с ML — точные предварительные решения по заявкам МСБ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34056"/>
            <a:ext cx="6217920" cy="621792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79776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3.  Нативная интеграция с внешними API (БКИ, ФНС, СМЭВ) через визуальный low-code конструктор — нет зависимости от IT-ресурсов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483864"/>
            <a:ext cx="6217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29584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4.  Платформа внесена в реестр российского ПО — соответствие требованиям импортозамещения и регуляторов ЦБ РФ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233672"/>
            <a:ext cx="6217920" cy="621792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79392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5.  Реализация в рамках бюджета 4–6 млн руб. за 8 месяцев подтверждается опытом аналогичных банковских проектов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1234440"/>
            <a:ext cx="4846320" cy="47548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325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Схема решения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192024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Loginom реализует полный кредитный конвейер для МСБ: low-code интеграция с внешними API (БКИ, ФНС, банковские системы), автоматическая предобработка и валидация данных заявки, скоринговые модели с машинным обучением для предварительного решения, визуальный дашборд для менеджера с финальным согласованием. Развёртывание на серверах банка, соответствие требованиям безопасности и 152-ФЗ.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Контакты и следующие шаги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640080" cy="64008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Ответный звонок / встреча для уточнения требований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640080" cy="64008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2860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Подготовка детального технического предложения (2 недели)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640080" cy="64008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246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Согласование условий и подписание договора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160520"/>
            <a:ext cx="640080" cy="64008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206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Старт проекта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1280160"/>
            <a:ext cx="4572000" cy="3200400"/>
          </a:xfrm>
          <a:prstGeom prst="rect">
            <a:avLst/>
          </a:prstGeom>
          <a:solidFill>
            <a:srgbClr val="E8F0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14630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A0"/>
                </a:solidFill>
              </a:rPr>
              <a:t>Контактное лицо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56A0"/>
                </a:solidFill>
              </a:rPr>
              <a:t>Loginom Company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0" y="228600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sales@loginom.ru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+7 (383) 206-09-40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Подготовлено для: Дмитрий Соколов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2026-05-11T18:53:31Z</dcterms:created>
  <dcterms:modified xsi:type="dcterms:W3CDTF">2026-05-11T18:53:31Z</dcterms:modified>
</cp:coreProperties>
</file>