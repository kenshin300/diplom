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92000" cy="173736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B0"/>
                </a:solidFill>
              </a:rPr>
              <a:t>КОММЕРЧЕСКОЕ ПРЕДЛОЖЕНИЕ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для ПАО «Магнитогорский металлургический комбинат»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A3B0"/>
                </a:solidFill>
              </a:rPr>
              <a:t>Чёрная металлургия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0058400" cy="36576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12 мая 2026 г.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Понимание задачи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Запрос клиента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30352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Система предиктивной диагностики оборудования — прогнозирование отказов на прокатных станах до их возникновения. Источники данных: датчики вибрации, температуры, давления (около 50 000 точек).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2862072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694176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Бюджет: 8–12 млн руб.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16936" y="3657600"/>
            <a:ext cx="2267712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369417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Срок: 12 месяцев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143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Контекст и боль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15087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Прокатные станы работают в условиях экстремальных нагрузок — вибрация, перепады температур, высокое давление. Отказ критического узла (подшипники, валки, гидравлика) случается без предупреждения, а время реакции ограничено. Традиционное планово-предупредительное обслуживание по регламенту приводит либо к преждевременным заменам, либо к авариям. При этом данные с тысяч датчиков уже собираются, но не анализируются системно.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971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Что будет, если не решить: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337560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3375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Незапланированные остановки прокатных станов ведут к многомиллионным потерям выручки за каждый час простоя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995928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99592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Реактивное обслуживание приводит к аварийным заменам дорогостоящих узлов и перерасходу запчастей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654296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65429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Без системы прогнозирования накопленные данные 50 000 датчиков не используются для принятия решений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Предлагаемое решение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433"/>
                </a:solidFill>
              </a:rPr>
              <a:t>ETL-pipeline сбора данных с датчиков через Apache Kafka → предобработка и нормализация временных рядов в Loginom → обучение ML-моделей (обнаружение аномалий, анализ выживаемости) → дашборд с оценкой вероятности отказа по каждому узлу стана → алертинг при превышении порогов риска. Развёртывание на серверах ММК, интеграция с существующей SCADA-системой.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Почему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Готовый компонент «Оценка вероятности поломок» — прямое попадание в задачу предиктивной диагностики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7744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77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Потоковая обработка через Apache Kafka — критично для 50 000 датчиков в реальном времени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56616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6616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Опыт с промышленными клиентами: ТМК, Русская медная компания, Норильскгеология, Интер РАО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18872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18872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49440" y="12801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Low-code позволяет аналитикам ММК самостоятельно дорабатывать модели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23774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37744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377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24688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Loginom внесён в реестр российского ПО — закрывает требования импортозамещения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Наш опыт в вашей отрасли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Трубная Металлургическая Компания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Разработка аналитической системы для мониторинга производственных процессов на базе Loginom с интеграцией данных из множества источников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Сокращение времени подготовки аналитических отчётов, повышение прозрачности производственных KPI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Русская медная компания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Построение системы анализа данных для горно-металлургического производства с предобработкой больших объёмов данных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Автоматизация аналитических процессов, снижение ручного труда аналитиков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Норильскгеология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Применение Loginom для интерпретации геофизических данных и ранжирования объектов по приоритетности с использованием ML-моделей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Сокращение времени анализа данных, повышение точности прогнозов по добыче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О компании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433"/>
                </a:solidFill>
              </a:rPr>
              <a:t>Loginom Company (ООО «Аналитические технологии») — российский разработчик аналитической low-code платформы Loginom с 30-летним опытом. Специализируется на системах глубокого анализа данных: сбор, интеграция, очистка, ML-моделирование, визуализация. Платформа внесена в реестр российского ПО (№4504). Среди клиентов — крупнейшие промышленные, финансовые и государственные структуры России.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Следующие шаги и контакты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Ответный звонок для уточнения деталей задачи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Подготовка технического предложения (2 недели)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Согласование условий и подписание договора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Старт проекта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1188720"/>
            <a:ext cx="3383280" cy="3931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417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21031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sales@loginom.ru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+7 (383) 206-09-40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0" y="3749040"/>
            <a:ext cx="2834640" cy="27432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Подготовлено для: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Сергей Ковалёв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s.kovalev@mmk.ru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2026-05-12T17:07:46Z</dcterms:created>
  <dcterms:modified xsi:type="dcterms:W3CDTF">2026-05-12T17:07:46Z</dcterms:modified>
</cp:coreProperties>
</file>