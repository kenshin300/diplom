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20640"/>
            <a:ext cx="12192000" cy="1737360"/>
          </a:xfrm>
          <a:prstGeom prst="rect">
            <a:avLst/>
          </a:prstGeom>
          <a:solidFill>
            <a:srgbClr val="252B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B0"/>
                </a:solidFill>
              </a:rPr>
              <a:t>КОММЕРЧЕСКОЕ ПРЕДЛОЖЕНИЕ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для ПАО «Магнит»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BA3B0"/>
                </a:solidFill>
              </a:rPr>
              <a:t>Продуктовая розничная торговля (FMCG)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10058400" cy="36576"/>
          </a:xfrm>
          <a:prstGeom prst="rect">
            <a:avLst/>
          </a:prstGeom>
          <a:solidFill>
            <a:srgbClr val="252B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794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Loginom Company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251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B0"/>
                </a:solidFill>
              </a:rPr>
              <a:t>loginom.ru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0" y="3794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BA3B0"/>
                </a:solidFill>
              </a:rPr>
              <a:t>6 июня 2026 г.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Понимание задачи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312A"/>
                </a:solidFill>
              </a:rPr>
              <a:t>Запрос клиента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5303520" cy="201168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Система автоматического прогнозирования спроса и оптимизации товарных остатков для сети из 29 000 магазинов. Задача — снизить списания скоропортящихся товаров и уменьшить out-of-stock по ключевым позициям. Старт — пилот на одном регионе.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657600"/>
            <a:ext cx="2743200" cy="347472"/>
          </a:xfrm>
          <a:prstGeom prst="rect">
            <a:avLst/>
          </a:prstGeom>
          <a:solidFill>
            <a:srgbClr val="F4F5F7"/>
          </a:solidFill>
          <a:ln w="12700">
            <a:solidFill>
              <a:srgbClr val="D431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36941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312A"/>
                </a:solidFill>
              </a:rPr>
              <a:t>Бюджет: 5–8 млн руб.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98064" y="3657600"/>
            <a:ext cx="2267712" cy="347472"/>
          </a:xfrm>
          <a:prstGeom prst="rect">
            <a:avLst/>
          </a:prstGeom>
          <a:solidFill>
            <a:srgbClr val="F4F5F7"/>
          </a:solidFill>
          <a:ln w="12700">
            <a:solidFill>
              <a:srgbClr val="D431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07792" y="3694176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312A"/>
                </a:solidFill>
              </a:rPr>
              <a:t>Срок: 10 месяцев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4114800"/>
            <a:ext cx="2980944" cy="347472"/>
          </a:xfrm>
          <a:prstGeom prst="rect">
            <a:avLst/>
          </a:prstGeom>
          <a:solidFill>
            <a:srgbClr val="F4F5F7"/>
          </a:solidFill>
          <a:ln w="12700">
            <a:solidFill>
              <a:srgbClr val="D431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4151376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312A"/>
                </a:solidFill>
              </a:rPr>
              <a:t>Пилот на одном регионе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11430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312A"/>
                </a:solidFill>
              </a:rPr>
              <a:t>Контекст и боль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150876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В сети из 29 000 магазинов ежедневно формируются миллионы транзакций по тысячам SKU с выраженной сезонностью, промо-активностью и локальными особенностями спроса. Традиционные методы (нормативы в Excel, статичные правила пополнения в ERP) не успевают адаптироваться к реальным колебаниям спроса. Скоропортящиеся товары требуют особой точности: переизбыток ведёт к списаниям, дефицит — к out-of-stock. Построить точную прогностическую модель вручную при таком масштабе физически невозможно — нужна автоматизированная система машинного обучения.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29718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3"/>
                </a:solidFill>
              </a:rPr>
              <a:t>Что будет, если не решить: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337560"/>
            <a:ext cx="320040" cy="320040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333756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Ежегодные финансовые потери от списания скоропортящихся товаров исчисляются сотнями миллионов рублей при ручном управлении заказами.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995928"/>
            <a:ext cx="320040" cy="320040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3995928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Out-of-stock по ключевым позициям ведёт к прямым потерям выручки и снижению лояльности покупателей в условиях высокой конкуренции.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4654296"/>
            <a:ext cx="320040" cy="320040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654296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Без автоматизированного прогноза операционная нагрузка на категорийных менеджеров постоянно растёт вместе с расширением сети, превращая управление запасами в неуправляемый процесс.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Предлагаемое решение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4114800" cy="585216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0"/>
            <a:ext cx="1645920" cy="54864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5087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312A"/>
                </a:solidFill>
              </a:rPr>
              <a:t>Концепция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33832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0C6D0"/>
                </a:solidFill>
              </a:rPr>
              <a:t>Решение на платформе Loginom состоит из нескольких аналитических слоёв: ETL-слой для сбора и нормализации данных из кассовых систем, WMS и промо-планов; ML-слой для построения прогностических моделей с учётом сезонности, акций и региональных особенностей; модуль расчёта страховых запасов и товарных нормативов; REST API-интеграция с системой заказов и закупок. Благодаря готовым компонентам партнёра Reshape Analytics из маркетплейса Loginom значительная часть функциональности доступна «из коробки», что позволяет запустить рабочий прототип уже через 2–3 месяца после старта пилота.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115568"/>
            <a:ext cx="3621024" cy="2706624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115568"/>
            <a:ext cx="3621024" cy="64008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2801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312A"/>
                </a:solidFill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49240" y="1280160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3"/>
                </a:solidFill>
              </a:rPr>
              <a:t>Интеграция источников данных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1920240"/>
            <a:ext cx="3255264" cy="1746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433"/>
                </a:solidFill>
              </a:rPr>
              <a:t>Подключение к кассовым системам, WMS, ERP и промо-планам пилотного региона. Предобработка и нормализация истории продаж, остатков, поставок. Настройка автоматического ETL-конвейера для ежедневного обновления данных.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0456" y="1115568"/>
            <a:ext cx="3621024" cy="2706624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0456" y="1115568"/>
            <a:ext cx="3621024" cy="64008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15" name="Text 13"/>
          <p:cNvSpPr/>
          <p:nvPr/>
        </p:nvSpPr>
        <p:spPr>
          <a:xfrm>
            <a:off x="8403336" y="12801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312A"/>
                </a:solidFill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34856" y="1280160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3"/>
                </a:solidFill>
              </a:rPr>
              <a:t>Разработка прогностических моделей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03336" y="1920240"/>
            <a:ext cx="3255264" cy="1746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433"/>
                </a:solidFill>
              </a:rPr>
              <a:t>Построение ML-моделей прогнозирования спроса с учётом сезонности, событийных и промо-факторов. Автоматический выбор лучшей прогностической модели для каждой товарной группы. Валидация точности прогноза на исторических данных.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34840" y="3986784"/>
            <a:ext cx="3621024" cy="2706624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0" y="3986784"/>
            <a:ext cx="3621024" cy="64008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4151376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312A"/>
                </a:solidFill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49240" y="4151376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3"/>
                </a:solidFill>
              </a:rPr>
              <a:t>Оптимизация запасов и рекомендации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17720" y="4791456"/>
            <a:ext cx="3255264" cy="1746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433"/>
                </a:solidFill>
              </a:rPr>
              <a:t>Расчёт оптимальных товарных нормативов, страховых запасов и рекомендаций по пополнению в разрезе магазин–SKU. Интеграция результатов расчётов с системой формирования заказов через REST API.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0456" y="3986784"/>
            <a:ext cx="3621024" cy="2706624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0456" y="3986784"/>
            <a:ext cx="3621024" cy="64008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25" name="Text 23"/>
          <p:cNvSpPr/>
          <p:nvPr/>
        </p:nvSpPr>
        <p:spPr>
          <a:xfrm>
            <a:off x="8403336" y="4151376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312A"/>
                </a:solidFill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34856" y="4151376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3"/>
                </a:solidFill>
              </a:rPr>
              <a:t>Пилот и оценка ROI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03336" y="4791456"/>
            <a:ext cx="3255264" cy="1746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433"/>
                </a:solidFill>
              </a:rPr>
              <a:t>Запуск системы в боевом режиме на пилотном регионе. Мониторинг ключевых метрик: снижение % списаний скоропортящихся товаров, снижение % out-of-stock. Расчёт экономического эффекта и подготовка бизнес-кейса для тиражирования на всю сеть.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Почему Loginom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2192000" cy="585216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112471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64008" cy="987552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7" name="Shape 5"/>
          <p:cNvSpPr/>
          <p:nvPr/>
        </p:nvSpPr>
        <p:spPr>
          <a:xfrm>
            <a:off x="704088" y="1362456"/>
            <a:ext cx="640080" cy="64008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36245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312A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271016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</a:rPr>
              <a:t>Готовые компоненты Loginom для прогнозирования спроса, оптимизации и расчёта страховых запасов — ключевые функции запрошенной системы реализуются из коробки.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12471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86000"/>
            <a:ext cx="64008" cy="987552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12" name="Shape 10"/>
          <p:cNvSpPr/>
          <p:nvPr/>
        </p:nvSpPr>
        <p:spPr>
          <a:xfrm>
            <a:off x="704088" y="2459736"/>
            <a:ext cx="640080" cy="64008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4597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312A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2368296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</a:rPr>
              <a:t>Доказанный опыт в крупном ритейле: Hoff (интегрированное планирование + управление запасами), SUNLIGHT (управление запасами 50 000+ SKU), Estée Lauder (автоматизация прогнозирования розничных продаж).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112471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383280"/>
            <a:ext cx="64008" cy="987552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17" name="Shape 15"/>
          <p:cNvSpPr/>
          <p:nvPr/>
        </p:nvSpPr>
        <p:spPr>
          <a:xfrm>
            <a:off x="704088" y="3557016"/>
            <a:ext cx="640080" cy="64008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355701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312A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3465576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</a:rPr>
              <a:t>Платформа обрабатывает большие массивы данных без колоссальных вычислительных мощностей, что критично при работе с данными сети 29 000 магазинов.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480560"/>
            <a:ext cx="112471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480560"/>
            <a:ext cx="64008" cy="987552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088" y="4654296"/>
            <a:ext cx="640080" cy="64008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465429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312A"/>
                </a:solidFill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08760" y="4562856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</a:rPr>
              <a:t>Партнёр Reshape Analytics уже реализовал готовые компоненты для прогнозирования спроса и управления запасами на Loginom, доступные в маркетплейсе — ускоряет старт пилота.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5577840"/>
            <a:ext cx="112471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5577840"/>
            <a:ext cx="64008" cy="987552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27" name="Shape 25"/>
          <p:cNvSpPr/>
          <p:nvPr/>
        </p:nvSpPr>
        <p:spPr>
          <a:xfrm>
            <a:off x="704088" y="5751576"/>
            <a:ext cx="640080" cy="64008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" y="57515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312A"/>
                </a:solidFill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08760" y="5660136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</a:rPr>
              <a:t>Пилотный формат снижает финансовый риск клиента и позволяет наглядно доказать ROI до полного тиражирования на всю сеть.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Наш опыт в вашей отрасли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566160" cy="5029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3566160" cy="50292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155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Hoff (крупный ритейл товаров для дома)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Внедрение интегрированной системы планирования на Loginom совместно с Reshape Analytics: прогнозирование спроса, управление товарными запасами, координация поставщиков. Подход быстрого прототипирования (MVP), архитектура Loginom + Planicum.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4663440"/>
            <a:ext cx="3566160" cy="36576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312A"/>
                </a:solidFill>
              </a:rPr>
              <a:t>Результат: Время разработки MVP сокращено с 5 до 2–3 месяцев; система стала «нервной тканью» для управления запасами всей торговой сети.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0520" y="1097280"/>
            <a:ext cx="3566160" cy="5029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520" y="1097280"/>
            <a:ext cx="3566160" cy="50292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11155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SUNLIGHT (ювелирная сеть, 480+ магазинов)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0" y="173736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Создание с нуля системы планирования пополнения e-commerce с ассортиментом 50 000+ наименований силами бизнес-пользователей на low-code платформе Loginom за 3 месяца. Интеграция с SQL Server, PostgreSQL, ClickHouse и ERP.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4663440"/>
            <a:ext cx="3566160" cy="36576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47548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312A"/>
                </a:solidFill>
              </a:rPr>
              <a:t>Результат: Многократное сокращение трудозатрат на пополнение запасов; бизнес-пользователи полностью самостоятельно управляют системой без привлечения ИТ-отдела.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5280" y="1097280"/>
            <a:ext cx="3566160" cy="5029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1097280"/>
            <a:ext cx="3566160" cy="50292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11155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Estée Lauder (розничная сеть, 10 000+ SKU)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92440" y="173736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Автоматизация прогнозирования розничных продаж в off-line и on-line каналах. Сценарий из 18 измерений, 37 процессов, 300+ источников данных. Учёт сезонности, промо, приоритетности каналов.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5280" y="4663440"/>
            <a:ext cx="3566160" cy="36576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21" name="Text 19"/>
          <p:cNvSpPr/>
          <p:nvPr/>
        </p:nvSpPr>
        <p:spPr>
          <a:xfrm>
            <a:off x="8092440" y="47548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312A"/>
                </a:solidFill>
              </a:rPr>
              <a:t>Результат: Обработка полного сценария прогнозирования — 1 минута вместо многочасовой ручной работы; справедливое распределение ограниченного запаса по всем торговым точкам.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О компании Loginom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4114800" cy="585216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0"/>
            <a:ext cx="1645920" cy="54864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5087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312A"/>
                </a:solidFill>
              </a:rPr>
              <a:t>Ключевые факты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30+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27614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2"/>
                </a:solidFill>
              </a:rPr>
              <a:t>Лет на рынке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3154680"/>
            <a:ext cx="2926080" cy="27432"/>
          </a:xfrm>
          <a:prstGeom prst="rect">
            <a:avLst/>
          </a:prstGeom>
          <a:solidFill>
            <a:srgbClr val="2A3144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24612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80+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5760" y="39044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2"/>
                </a:solidFill>
              </a:rPr>
              <a:t>Клиентов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4297680"/>
            <a:ext cx="2926080" cy="27432"/>
          </a:xfrm>
          <a:prstGeom prst="rect">
            <a:avLst/>
          </a:prstGeom>
          <a:solidFill>
            <a:srgbClr val="2A3144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438912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100+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65760" y="50474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2"/>
                </a:solidFill>
              </a:rPr>
              <a:t>Вузов-партнёров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5440680"/>
            <a:ext cx="2926080" cy="27432"/>
          </a:xfrm>
          <a:prstGeom prst="rect">
            <a:avLst/>
          </a:prstGeom>
          <a:solidFill>
            <a:srgbClr val="2A3144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553212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24+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65760" y="61904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2"/>
                </a:solidFill>
              </a:rPr>
              <a:t>ИТ-партнёров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43400" y="1097280"/>
            <a:ext cx="7498080" cy="557784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280160"/>
            <a:ext cx="6949440" cy="521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E2433"/>
                </a:solidFill>
              </a:rPr>
              <a:t>Loginom Company (ООО «Аналитические технологии») — профессиональный разработчик продуктов и решений в области анализа данных, основан в 1995 году. Компания специализируется на разработке систем для глубокого анализа данных: сбор, интеграция, очистка, построение моделей, визуализация и развёртывание. Ключевой продукт — low-code аналитическая платформа Loginom, внесённая в реестр российских программ (№ 4504). За 30 лет компания прошла путь от разработчика заказного ПО до вендора enterprise-решений в области аналитики и управления данными, сформировав экспертизу в ETL, data-платформах и системах поддержки принятия решений. Обслуживает коммерческие и государственные организации по всей России.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Следующие шаги и контакты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685800" cy="68580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23444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</a:rPr>
              <a:t>Ответный звонок для уточнения деталей задачи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685800" cy="68580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194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224028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</a:rPr>
              <a:t>Подготовка технического предложения (2 недели)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200400"/>
            <a:ext cx="685800" cy="68580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200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34440" y="32461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</a:rPr>
              <a:t>Согласование условий и подписание договора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4206240"/>
            <a:ext cx="685800" cy="68580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4206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34440" y="42519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</a:rPr>
              <a:t>Старт проекта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503920" y="1188720"/>
            <a:ext cx="3383280" cy="393192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0" y="1417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Loginom Company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0" y="210312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B0"/>
                </a:solidFill>
              </a:rPr>
              <a:t>sales@loginom.ru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A3B0"/>
                </a:solidFill>
              </a:rPr>
              <a:t>+7 (383) 206-09-40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A3B0"/>
                </a:solidFill>
              </a:rPr>
              <a:t>loginom.ru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86800" y="3749040"/>
            <a:ext cx="2834640" cy="27432"/>
          </a:xfrm>
          <a:prstGeom prst="rect">
            <a:avLst/>
          </a:prstGeom>
          <a:solidFill>
            <a:srgbClr val="252B3B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0" y="38862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</a:rPr>
              <a:t>Подготовлено для: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</a:rPr>
              <a:t>Алексей Петров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</a:rPr>
              <a:t>a.petrov@magnit.com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2026-06-06T11:39:05Z</dcterms:created>
  <dcterms:modified xsi:type="dcterms:W3CDTF">2026-06-06T11:39:05Z</dcterms:modified>
</cp:coreProperties>
</file>