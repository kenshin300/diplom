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20640"/>
            <a:ext cx="12192000" cy="1737360"/>
          </a:xfrm>
          <a:prstGeom prst="rect">
            <a:avLst/>
          </a:prstGeom>
          <a:solidFill>
            <a:srgbClr val="153F7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ACCEE"/>
                </a:solidFill>
              </a:rPr>
              <a:t>КОММЕРЧЕСКОЕ ПРЕДЛОЖЕНИЕ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для ПАО «Магнит»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CCEE"/>
                </a:solidFill>
              </a:rPr>
              <a:t>Розничная торговля (FMCG)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10058400" cy="36576"/>
          </a:xfrm>
          <a:prstGeom prst="rect">
            <a:avLst/>
          </a:prstGeom>
          <a:solidFill>
            <a:srgbClr val="3A6EB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794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Loginom Company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CCEE"/>
                </a:solidFill>
              </a:rPr>
              <a:t>loginom.ru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0" y="3794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ACCEE"/>
                </a:solidFill>
              </a:rPr>
              <a:t>12 мая 2026 г.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Понимание задачи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A0"/>
                </a:solidFill>
              </a:rPr>
              <a:t>Запрос клиента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303520" cy="201168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Система автоматического прогнозирования спроса и оптимизации товарных остатков для сети из 29 000 магазинов. Цели: снизить списания скоропортящихся товаров и уменьшить out-of-stock по ключевым позициям. Старт — пилот на одном регионе.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657600"/>
            <a:ext cx="2743200" cy="347472"/>
          </a:xfrm>
          <a:prstGeom prst="rect">
            <a:avLst/>
          </a:prstGeom>
          <a:solidFill>
            <a:srgbClr val="E8F0FA"/>
          </a:solidFill>
          <a:ln w="12700">
            <a:solidFill>
              <a:srgbClr val="1A5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3694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6A0"/>
                </a:solidFill>
              </a:rPr>
              <a:t>Бюджет: 5–8 млн руб.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98064" y="3657600"/>
            <a:ext cx="2267712" cy="347472"/>
          </a:xfrm>
          <a:prstGeom prst="rect">
            <a:avLst/>
          </a:prstGeom>
          <a:solidFill>
            <a:srgbClr val="E8F0FA"/>
          </a:solidFill>
          <a:ln w="12700">
            <a:solidFill>
              <a:srgbClr val="1A5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7792" y="3694176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6A0"/>
                </a:solidFill>
              </a:rPr>
              <a:t>Срок: 10 месяцев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4114800"/>
            <a:ext cx="5596128" cy="347472"/>
          </a:xfrm>
          <a:prstGeom prst="rect">
            <a:avLst/>
          </a:prstGeom>
          <a:solidFill>
            <a:srgbClr val="E8F0FA"/>
          </a:solidFill>
          <a:ln w="12700">
            <a:solidFill>
              <a:srgbClr val="1A5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4151376"/>
            <a:ext cx="5413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6A0"/>
                </a:solidFill>
              </a:rPr>
              <a:t>Пилот на одном регионе (~500–1000 магазинов)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11430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A0"/>
                </a:solidFill>
              </a:rPr>
              <a:t>Контекст и боль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150876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Управление запасами в сети из 29 000 магазинов — одна из наиболее сложных задач в ритейле. Спрос зависит от сезонности, промо-активностей, локальных событий и сотен других факторов. При ручном или упрощённом автоматическом планировании неизбежны либо избыточные запасы (→ списания скоропортящихся), либо их дефицит (→ out-of-stock). Задача усложняется тем, что нужно учитывать сроки годности, логистические ограничения и разную динамику спроса по регионам и форматам магазинов.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9718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Что будет, если не решить: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3375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Ежегодные потери от списаний скоропортящихся товаров исчисляются сотнями миллионов рублей по всей сети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995928"/>
            <a:ext cx="320040" cy="3200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995928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Out-of-stock по ключевым позициям напрямую ведёт к потере выручки и лояльности покупателей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54296"/>
            <a:ext cx="320040" cy="3200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654296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Ручное управление заказами при 29 000 магазинов не масштабируется и создаёт системные ошибки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Предлагаемое решение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502920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</a:rPr>
              <a:t>ETL-пайплайн для сбора данных о продажах, остатках и поставках из ERP/WMS клиента → ML-модели прогнозирования спроса на базе Loginom (временные ряды, сезонность, промо-эффекты) → модуль оптимизации заказов с учётом сроков годности и страховых запасов → дашборд для категорийных менеджеров. Пилот: 1 регион, ~500–1000 магазинов, 3 месяца на разработку + 2 месяца на тестирование и доработку, 5 месяцев на тиражирование.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Почему Loginom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41148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88720"/>
            <a:ext cx="411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28016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Loginom имеет готовые решения «Прогнозирование спроса» и «Оптимизация запасов» из коробки — прямое попадание в задачу клиента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377440"/>
            <a:ext cx="41148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377440"/>
            <a:ext cx="411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Среди клиентов Loginom — крупные ритейлеры (X5 Retail Group, Hoff, Ситилинк), подтверждённая отраслевая экспертиза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56616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566160"/>
            <a:ext cx="41148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566160"/>
            <a:ext cx="411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365760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Low-code платформа позволяет быстро адаптировать модели под специфику Магнита без переписывания с нуля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118872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188720"/>
            <a:ext cx="41148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188720"/>
            <a:ext cx="411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128016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Loginom поддерживает интеграцию с 1С, SQL-базами, REST/SOAP — характерный стек крупного ритейла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237744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2377440"/>
            <a:ext cx="41148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2377440"/>
            <a:ext cx="411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24688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30 лет экспертизы в аналитике и data science; признан лидером ETL/ELT среди российских платформ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Наш опыт в вашей отрасли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566160" cy="502920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3566160" cy="50292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155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X5 Retail Group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3291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Реализация аналитической системы для крупнейшего российского ритейлера на базе Loginom. Обработка больших объёмов транзакционных данных, интеграция с корпоративными источниками.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4663440"/>
            <a:ext cx="3566160" cy="36576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A0"/>
                </a:solidFill>
              </a:rPr>
              <a:t>Результат: Автоматизация аналитических процессов, снижение нагрузки на аналитические подразделения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1097280"/>
            <a:ext cx="3566160" cy="502920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1097280"/>
            <a:ext cx="3566160" cy="50292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0" y="11155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Hoff (мультиформатный ритейлер)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1737360"/>
            <a:ext cx="3291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Построение аналитической системы для ритейлера товаров для дома. Анализ продаж, ассортиментная аналитика.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4663440"/>
            <a:ext cx="3566160" cy="36576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47548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A0"/>
                </a:solidFill>
              </a:rPr>
              <a:t>Результат: Ускорение принятия решений по ассортименту и заказам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55280" y="1097280"/>
            <a:ext cx="3566160" cy="502920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1097280"/>
            <a:ext cx="3566160" cy="50292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11155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Ситилинк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92440" y="1737360"/>
            <a:ext cx="3291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Разработка системы анализа данных для крупной розничной сети электроники. Интеграция с торговыми данными.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4663440"/>
            <a:ext cx="3566160" cy="36576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21" name="Text 19"/>
          <p:cNvSpPr/>
          <p:nvPr/>
        </p:nvSpPr>
        <p:spPr>
          <a:xfrm>
            <a:off x="8092440" y="47548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A0"/>
                </a:solidFill>
              </a:rPr>
              <a:t>Результат: Оптимизация товарных процессов и повышение эффективности управления ассортиментом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О компании Loginom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1430000" cy="5029200"/>
          </a:xfrm>
          <a:prstGeom prst="rect">
            <a:avLst/>
          </a:prstGeom>
          <a:solidFill>
            <a:srgbClr val="E8F0FA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</a:rPr>
              <a:t>Loginom Company (ООО «Аналитические технологии») — российский профессиональный разработчик продуктов и решений в области анализа данных, основан в 1995 году. Специализируется на разработке систем для глубокого анализа данных: сбор, интеграция, очистка, построение ML-моделей и визуализация. Создаёт аналитические системы как для коммерческих, так и для государственных компаний. В 2025 году отметила 30-летие. Признана лидером исследования российских ETL/ELT-платформ. Среди клиентов: X5 Retail Group, Балтика, Интер РАО, Эстée Lauder, Сбербанк КИБ, ВТБ Лизинг и многие другие. Включена в реестр российских программ (ЕРРП № 4504).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Следующие шаги и контакты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685800" cy="6858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23444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Ответный звонок для уточнения деталей задачи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685800" cy="6858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94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24028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Подготовка технического предложения (2 недели)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3200400"/>
            <a:ext cx="685800" cy="6858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32004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24612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Согласование условий и подписание договора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206240"/>
            <a:ext cx="685800" cy="68580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4206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25196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Старт проекта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03920" y="1188720"/>
            <a:ext cx="3383280" cy="3931920"/>
          </a:xfrm>
          <a:prstGeom prst="rect">
            <a:avLst/>
          </a:prstGeom>
          <a:solidFill>
            <a:srgbClr val="1A56A0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0" y="1417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Loginom Company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0" y="21031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CCEE"/>
                </a:solidFill>
              </a:rPr>
              <a:t>sales@loginom.ru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ACCEE"/>
                </a:solidFill>
              </a:rPr>
              <a:t>+7 (383) 206-09-40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ACCEE"/>
                </a:solidFill>
              </a:rPr>
              <a:t>loginom.ru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686800" y="3749040"/>
            <a:ext cx="2834640" cy="27432"/>
          </a:xfrm>
          <a:prstGeom prst="rect">
            <a:avLst/>
          </a:prstGeom>
          <a:solidFill>
            <a:srgbClr val="3A6EB5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0" y="38862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Подготовлено для: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Алексей Петров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a.petrov@magnit.com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2026-05-12T10:39:43Z</dcterms:created>
  <dcterms:modified xsi:type="dcterms:W3CDTF">2026-05-12T10:39:43Z</dcterms:modified>
</cp:coreProperties>
</file>