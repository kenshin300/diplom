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B0"/>
                </a:solidFill>
              </a:rPr>
              <a:t>КОММЕРЧЕСКОЕ ПРЕДЛОЖЕНИЕ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для ПАО «Магнитогорский металлургический комбинат»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3B0"/>
                </a:solidFill>
              </a:rPr>
              <a:t>Металлургия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0" cy="36576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7 июня 2026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Понимание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Запрос клиента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Система предиктивной диагностики оборудования — прогнозирование отказов на прокатных станах до их возникновения. Источники данных: датчики вибрации, температуры, давления (около 50 000 точек).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86207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694176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Бюджет: 8–12 млн руб.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16936" y="3657600"/>
            <a:ext cx="226771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369417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Срок: 12 месяцев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6665976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151376"/>
            <a:ext cx="6483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Пилот на 1–2 прокатных станах (5 000–10 000 датчиков)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Контекст и боль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Прокатные станы работают в условиях экстремальных нагрузок, вибраций и температур. При 50 000 точек сбора данных человек физически не способен отследить паттерны, предшествующие отказу. Традиционные пороговые системы реагируют уже на факт поломки, а не на её предвестники. Построение предиктивных моделей требует специализированной платформы с поддержкой потоковой обработки, временных рядов и ML.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Что будет, если не решить: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3375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Незапланированный простой прокатного стана — потеря сотен миллионов рублей за каждые сутки остановки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95928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99592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Реактивное техобслуживание увеличивает стоимость ремонтов в 3–5 раз по сравнению с превентивным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654296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Отсутствие системы прогнозирования делает невозможным точное планирование закупки запчастей и загрузки ремонтных бригад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4114800" cy="585216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645920" cy="54864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Концепция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383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0C6D0"/>
                </a:solidFill>
              </a:rPr>
              <a:t>На базе Loginom Server развернуть платформу сбора и нормализации временных рядов с датчиков вибрации, температуры и давления через Apache Kafka. ETL-конвейер автоматически выполняет предобработку: фильтрацию выбросов, заполнение пропусков, агрегацию по скользящим окнам. Поверх нормализованных данных обучаются ML-модели (изоляционный лес, LSTM) отдельно для каждой группы узлов стана. Результат — дашборд с вероятностными прогнозами отказов с горизонтом 7–30 дней и алертами для инженеров ТО.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115568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115568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2801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Интеграция источников данных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920240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Подключение к промышленным SCADA/OPC-UA источникам, настройка Kafka-топиков для 50 000 датчиков, разработка ETL-конвейеров нормализации и хранения исторических временных рядов в Loginom.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0456" y="1115568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0456" y="1115568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5" name="Text 13"/>
          <p:cNvSpPr/>
          <p:nvPr/>
        </p:nvSpPr>
        <p:spPr>
          <a:xfrm>
            <a:off x="8403336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34856" y="12801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Разведочный анализ и разметка данных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03336" y="1920240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Анализ исторических данных об отказах, выявление предвестников по каждому типу оборудования, разметка обучающей выборки совместно с инженерами-технологами ММК.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986784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3986784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41513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4151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Разработка и обучение ML-моделей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4791456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Построение ансамбля моделей (изоляционный лес для аномалий, LSTM для прогноза временных рядов), валидация на исторических отказах, настройка порогов срабатывания алертов.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0456" y="3986784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0456" y="3986784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5" name="Text 23"/>
          <p:cNvSpPr/>
          <p:nvPr/>
        </p:nvSpPr>
        <p:spPr>
          <a:xfrm>
            <a:off x="8403336" y="41513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4151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Внедрение и передача компетенций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03336" y="4791456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Развёртывание дашборда мониторинга, интеграция с системой заявок на ремонт, обучение аналитиков и инженеров ММК работе с платформой Loginom и самостоятельному дообучению моделей.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Почему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58521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36245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3624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27101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Готовое решение «Оценка вероятности поломок» — прямое попадание в задачу клиента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245973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4597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36829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Поддержка Apache Kafka для потоковой обработки 50 000 датчиков в реальном времени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355701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5570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4655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Опыт с промышленными клиентами: ТМК, Русская медная компания, Евразийская Группа (ERG)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465429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654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56285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Low-code: аналитики ММК смогут самостоятельно поддерживать и развивать модели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7784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57784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" y="575157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5751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566013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Реестровый российский продукт — полное соответствие требованиям импортозамещения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Наш опыт в вашей отрасли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Трубная Металлургическая Компания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Разработана аналитическая система для мониторинга производственных показателей и качества продукции на нескольких производственных площадках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Сокращение времени формирования отчётности с нескольких дней до нескольких минут, единая аналитическая среда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Евразийская Группа (ERG)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Внедрение аналитической платформы для горнодобывающего и металлургического производства — консолидация данных из разрозненных источников, включая датчики и SCADA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Единая витрина данных для оперативного мониторинга производственных KPI в режиме реального времени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Русская медная компания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Построение системы аналитики на базе Loginom для мониторинга технологических процессов и контроля качества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Автоматизация аналитических отчётов и повышение скорости принятия операционных решений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 компании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4114800" cy="585216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645920" cy="54864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Ключевые факты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Лет на рынке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246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3904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Клиентов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389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№ 4504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" y="5047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В реестре РФ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5440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5532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65760" y="6190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Партнёров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097280"/>
            <a:ext cx="7498080" cy="557784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433"/>
                </a:solidFill>
              </a:rPr>
              <a:t>Loginom Company (ООО «Аналитические технологии») — профессиональный разработчик продуктов и решений в области анализа данных, основана в 1995 году, г. Рязань. Специализируется на разработке систем для глубокого анализа данных: сбор, интеграция, очистка, ML-моделирование и визуализация. В 2025 году компания отметила 30-летие. Loginom внесён в Реестр российских программ (№ 4504). Признан лидером исследования российских ETL/ELT-платформ («Круги Громова»). Клиенты — Интер РАО, ТМК, Евразийская Группа, Сбербанк КИБ, Х5 Retail Group, Балтика, АВТОВАЗ и многие другие.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и контакты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Ответный звонок для уточнения деталей задачи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Подготовка технического предложения (2 недели)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Согласование условий и подписание договора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Старт проекта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188720"/>
            <a:ext cx="3383280" cy="3931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103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49040"/>
            <a:ext cx="2834640" cy="27432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Подготовлено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Сергей Ковалёв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s.kovalev@mmk.ru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2026-06-07T08:26:55Z</dcterms:created>
  <dcterms:modified xsi:type="dcterms:W3CDTF">2026-06-07T08:26:55Z</dcterms:modified>
</cp:coreProperties>
</file>